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Observability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Standard 4:3 Resolution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Telemetry Architecture (4:3)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PowerApps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3716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92608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Azure Function</a:t>
            </a:r>
          </a:p>
        </p:txBody>
      </p:sp>
      <p:sp>
        <p:nvSpPr>
          <p:cNvPr id="8" name="Smiley Face 7"/>
          <p:cNvSpPr/>
          <p:nvPr/>
        </p:nvSpPr>
        <p:spPr>
          <a:xfrm>
            <a:off x="274320" y="2926080"/>
            <a:ext cx="2011680" cy="822960"/>
          </a:xfrm>
          <a:prstGeom prst="smileyFac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OTEL Collector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92608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Grafana / Loki / Tempo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78308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1783080.0"/>
            <a:ext cx="274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60320" y="1783080.0"/>
            <a:ext cx="4297680" cy="155448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4320" y="1783080.0"/>
            <a:ext cx="2011680" cy="155448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74320" y="3337560.0"/>
            <a:ext cx="429768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3337560.0"/>
            <a:ext cx="25603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