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ingestion from PowerApps → App Insights → Storage → Function → OTEL →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GCP integrated into OTEL-based target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 apps remain on AppD while exporting signals into OTEL.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End-to-end automated incident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Observability Target-State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PowerApps • Azure • OTEL • Grafana • GCP • AppDynamics • xMatters • SNOW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Telemetry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Function</a:t>
            </a:r>
          </a:p>
        </p:txBody>
      </p:sp>
      <p:sp>
        <p:nvSpPr>
          <p:cNvPr id="8" name="Cloud 7"/>
          <p:cNvSpPr/>
          <p:nvPr/>
        </p:nvSpPr>
        <p:spPr>
          <a:xfrm>
            <a:off x="457200" y="3200400"/>
            <a:ext cx="22860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OTEL Collector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200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Grafana / Loki / Tempo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18288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18288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00400" y="1828800.0"/>
            <a:ext cx="5029200" cy="18288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57200" y="1828800.0"/>
            <a:ext cx="2286000" cy="18288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57200" y="3657600.0"/>
            <a:ext cx="5029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3657600.0"/>
            <a:ext cx="32004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Monitoring &amp;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Cloud Logging</a:t>
            </a:r>
          </a:p>
          <a:p>
            <a:pPr/>
            <a:r>
              <a:t>Cloud Monitoring</a:t>
            </a:r>
          </a:p>
          <a:p>
            <a:pPr/>
            <a:r>
              <a:t>GKE Metrics via Prometheus</a:t>
            </a:r>
          </a:p>
          <a:p>
            <a:pPr/>
            <a:r>
              <a:t>Log Router → Pub/Sub → OTEL</a:t>
            </a:r>
          </a:p>
          <a:p>
            <a:pPr/>
            <a:r>
              <a:t>Alerts → xMatters → SNOW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AppDynamics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AppD Agents → Controller</a:t>
            </a:r>
          </a:p>
          <a:p>
            <a:pPr/>
            <a:r>
              <a:t>Analytics → OTEL export</a:t>
            </a:r>
          </a:p>
          <a:p>
            <a:pPr/>
            <a:r>
              <a:t>Hybrid observability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OTEL Alert → xMatters</a:t>
            </a:r>
          </a:p>
          <a:p>
            <a:pPr/>
            <a:r>
              <a:t>xMatters → Email + On-Call</a:t>
            </a:r>
          </a:p>
          <a:p>
            <a:pPr/>
            <a:r>
              <a:t>Auto-ticket creation in SNOW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